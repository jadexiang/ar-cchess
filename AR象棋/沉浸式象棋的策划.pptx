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2" r:id="rId5"/>
    <p:sldId id="413" r:id="rId6"/>
    <p:sldId id="41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沉浸式象棋的策划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黄佩瑶</a:t>
            </a:r>
            <a:r>
              <a:rPr lang="en-US" altLang="zh-CN"/>
              <a:t>&amp;</a:t>
            </a:r>
            <a:r>
              <a:rPr lang="zh-CN" altLang="en-US"/>
              <a:t>曾清凌</a:t>
            </a:r>
            <a:r>
              <a:rPr lang="en-US" altLang="zh-CN"/>
              <a:t>&amp;</a:t>
            </a:r>
            <a:r>
              <a:rPr lang="zh-CN" altLang="en-US"/>
              <a:t>黄芷菁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03300" y="1241425"/>
            <a:ext cx="234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项目主题</a:t>
            </a: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： AR象棋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8690" y="2247265"/>
            <a:ext cx="1009967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None/>
            </a:pPr>
            <a:r>
              <a:rPr lang="zh-CN" altLang="en-US" b="1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设计动机</a:t>
            </a: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altLang="zh-CN"/>
              <a:t>	</a:t>
            </a: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在开始设计时，我们只是有一个想法，在玩象棋时，自己能够身临其境的在棋局里面，把传统游戏变得更生动有趣，于是我们粗糙的想法包括交互的方式、思维导图等，构成了第一版的方案设计。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然后我们进行了问卷和访谈之类的调查，发现用户的思想很有建设性，之前我们的想法太过单调，缺少趣味性，没有平衡游戏与交互的体验感，描述的整个流程没有突出点，不能满足用户的需求，于是我们对方案进行了二次改版，增加了游戏的模式与调整了参加人数，对于参与者在游戏中显示的场景进行了细化，考虑到参加者和观看者的感受，对场地进行设计和调整，对游戏的描述更加详细，最后我们完成了最终的整体方案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82955" y="798830"/>
            <a:ext cx="1062672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项目设计</a:t>
            </a: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玩家通过ar显示设备（眼镜或头盔，市面上有很多成熟的商品），真正的置身于战场，楚河是奔腾的河流，并有高山沟壑、士、象、马、车等各类拟态环境。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一共有三种参展模式：全明星作战，双人模式，人机模式。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在全明星模式下需要32个参与者，每一个扮演一颗棋子。分两组，为团队竞技。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双人模式下双方作为将领，通过操作面板或者语音指挥作战。（全拟态）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人机对战同双人模式，参与者唯一。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场地约一个教室大小，对于每个棋盘格界限不严格区分，同时配有动作检测设备，优秀的音响系统。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精致特效，棋子移动及击杀都配有专门动画。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可以让其他玩家的观战。</a:t>
            </a:r>
            <a:endParaRPr lang="zh-CN" altLang="en-US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75" y="916360"/>
            <a:ext cx="10969200" cy="4759200"/>
          </a:xfrm>
        </p:spPr>
        <p:txBody>
          <a:bodyPr/>
          <a:p>
            <a:pPr marL="0" indent="0">
              <a:buNone/>
            </a:pPr>
            <a:r>
              <a:rPr b="1">
                <a:sym typeface="+mn-ea"/>
              </a:rPr>
              <a:t>全明星模式介绍</a:t>
            </a:r>
            <a:r>
              <a:rPr>
                <a:sym typeface="+mn-ea"/>
              </a:rPr>
              <a:t>：</a:t>
            </a:r>
            <a:endParaRPr>
              <a:sym typeface="+mn-ea"/>
            </a:endParaRPr>
          </a:p>
          <a:p>
            <a:pPr marL="0" indent="0">
              <a:buNone/>
            </a:pPr>
            <a:endParaRPr>
              <a:sym typeface="+mn-ea"/>
            </a:endParaRPr>
          </a:p>
          <a:p>
            <a:r>
              <a:rPr>
                <a:sym typeface="+mn-ea"/>
              </a:rPr>
              <a:t>游戏前，玩家自行分为两队，选择各自扮演的棋子。</a:t>
            </a:r>
            <a:endParaRPr lang="en-US" altLang="zh-CN" dirty="0"/>
          </a:p>
          <a:p>
            <a:r>
              <a:rPr>
                <a:sym typeface="+mn-ea"/>
              </a:rPr>
              <a:t>带上</a:t>
            </a:r>
            <a:r>
              <a:rPr lang="en-US" altLang="zh-CN">
                <a:sym typeface="+mn-ea"/>
              </a:rPr>
              <a:t>AR</a:t>
            </a:r>
            <a:r>
              <a:rPr>
                <a:sym typeface="+mn-ea"/>
              </a:rPr>
              <a:t>眼镜，置身于战场中，您可以看到每个人变成扮演的棋子造型（后面以图示意）。</a:t>
            </a:r>
            <a:endParaRPr lang="en-US" altLang="zh-CN" dirty="0"/>
          </a:p>
          <a:p>
            <a:r>
              <a:rPr>
                <a:sym typeface="+mn-ea"/>
              </a:rPr>
              <a:t>有设置对内聊天室，专门频道，只听队内发言。您可以和队友讨论下一步如何出棋。</a:t>
            </a:r>
            <a:endParaRPr lang="en-US" altLang="zh-CN" dirty="0"/>
          </a:p>
          <a:p>
            <a:r>
              <a:rPr>
                <a:sym typeface="+mn-ea"/>
              </a:rPr>
              <a:t>被选中出棋的玩家自行走到本队决定的位置，吃掉对方或简单移动。中途会展示华丽的行走特效以及击杀特效</a:t>
            </a:r>
            <a:endParaRPr lang="en-US" altLang="zh-CN" dirty="0"/>
          </a:p>
          <a:p>
            <a:r>
              <a:rPr>
                <a:sym typeface="+mn-ea"/>
              </a:rPr>
              <a:t>被吃掉的玩家会接收到来自系统的提醒，自动关机出局。</a:t>
            </a:r>
            <a:endParaRPr lang="en-US" altLang="zh-CN" dirty="0"/>
          </a:p>
          <a:p>
            <a:r>
              <a:rPr>
                <a:sym typeface="+mn-ea"/>
              </a:rPr>
              <a:t>外场设置显示器，您可以继续观战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04265" y="890270"/>
            <a:ext cx="525970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互动方式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： 多人互动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输出显示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：投影仪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软件开发技术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：人工智能 特效设计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视觉风格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：古风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b="1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硬件</a:t>
            </a:r>
            <a:r>
              <a:rPr lang="zh-CN" altLang="en-US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：AR头盔 投影仪</a:t>
            </a:r>
            <a:endParaRPr lang="zh-CN" altLang="en-US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WPS 演示</Application>
  <PresentationFormat>宽屏</PresentationFormat>
  <Paragraphs>56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沉浸式装置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子衿</cp:lastModifiedBy>
  <cp:revision>174</cp:revision>
  <dcterms:created xsi:type="dcterms:W3CDTF">2019-06-19T02:08:00Z</dcterms:created>
  <dcterms:modified xsi:type="dcterms:W3CDTF">2020-12-15T08:05:21Z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