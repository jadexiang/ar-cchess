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3"/>
    <p:sldId id="410" r:id="rId4"/>
    <p:sldId id="411" r:id="rId5"/>
    <p:sldId id="415" r:id="rId6"/>
    <p:sldId id="416" r:id="rId7"/>
    <p:sldId id="417" r:id="rId8"/>
    <p:sldId id="418" r:id="rId9"/>
    <p:sldId id="419" r:id="rId10"/>
    <p:sldId id="420" r:id="rId11"/>
    <p:sldId id="421" r:id="rId12"/>
    <p:sldId id="422" r:id="rId13"/>
    <p:sldId id="423" r:id="rId14"/>
    <p:sldId id="424" r:id="rId15"/>
    <p:sldId id="412" r:id="rId16"/>
    <p:sldId id="413" r:id="rId17"/>
    <p:sldId id="414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kumimoji="0" lang="zh-CN" altLang="en-US" sz="18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defRPr sz="1600" u="none" strike="noStrike" kern="1200" cap="none" spc="15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defRPr sz="1600" u="none" strike="noStrike" kern="1200" cap="none" spc="15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defRPr sz="1400" u="none" strike="noStrike" kern="1200" cap="none" spc="15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lang="zh-CN" altLang="en-US" sz="2000" b="1" i="0" u="none" strike="noStrike" kern="1200" cap="none" spc="2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defRPr u="none" strike="noStrike" kern="1200" cap="none" spc="150" normalizeH="0" baseline="0"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defRPr u="none" strike="noStrike" kern="1200" cap="none" spc="150" normalizeH="0" baseline="0"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defRPr u="none" strike="noStrike" kern="1200" cap="none" spc="150" normalizeH="0" baseline="0"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defRPr u="none" strike="noStrike" kern="1200" cap="none" spc="150" normalizeH="0" baseline="0"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defRPr u="none" strike="noStrike" kern="1200" cap="none" spc="150" normalizeH="0" baseline="0"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defRPr u="none" strike="noStrike" kern="1200" cap="none" spc="150" normalizeH="0" baseline="0"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defRPr u="none" strike="noStrike" kern="1200" cap="none" spc="150" normalizeH="0" baseline="0"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defRPr u="none" strike="noStrike" kern="1200" cap="none" spc="150" normalizeH="0" baseline="0"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9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0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1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2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3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4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5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6.xml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7.xml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8.xml"/><Relationship Id="rId1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沉浸式象棋的项目演示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黄佩瑶</a:t>
            </a:r>
            <a:r>
              <a:rPr lang="en-US" altLang="zh-CN"/>
              <a:t>&amp;</a:t>
            </a:r>
            <a:r>
              <a:rPr lang="zh-CN" altLang="en-US"/>
              <a:t>曾清凌</a:t>
            </a:r>
            <a:r>
              <a:rPr lang="en-US" altLang="zh-CN"/>
              <a:t>&amp;</a:t>
            </a:r>
            <a:r>
              <a:rPr lang="zh-CN" altLang="en-US"/>
              <a:t>黄芷菁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设备准备：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在淘宝上买超轻粘土</a:t>
            </a:r>
            <a:endParaRPr lang="zh-CN" altLang="en-US"/>
          </a:p>
          <a:p>
            <a:r>
              <a:rPr lang="zh-CN" altLang="en-US"/>
              <a:t>自己制作人物，房间模型。人物模型草图如下：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115" y="2433320"/>
            <a:ext cx="6694170" cy="40627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视频脚本：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时长</a:t>
            </a:r>
            <a:r>
              <a:rPr lang="en-US" altLang="zh-CN"/>
              <a:t>1</a:t>
            </a:r>
            <a:r>
              <a:t>分半（有可能会改变）</a:t>
            </a:r>
          </a:p>
          <a:p>
            <a:r>
              <a:rPr lang="zh-CN" altLang="en-US"/>
              <a:t>镜头会因为我们制作模型的玩家视角而改变，还有俯视图之内的视角。</a:t>
            </a:r>
            <a:endParaRPr lang="zh-CN" altLang="en-US"/>
          </a:p>
          <a:p>
            <a:r>
              <a:rPr lang="zh-CN" altLang="en-US"/>
              <a:t>我们将采用逐格动画制作流程，通过逐格地拍摄对象然后使之连续放映，制作成视频，然后加上特效形成。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0965" y="279400"/>
            <a:ext cx="9450002" cy="6300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830" y="76200"/>
            <a:ext cx="10058400" cy="6705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260" y="76200"/>
            <a:ext cx="10058400" cy="6705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8280" y="76200"/>
            <a:ext cx="10058400" cy="6705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4.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620" y="0"/>
            <a:ext cx="10058400" cy="6705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860" y="304165"/>
            <a:ext cx="10058400" cy="6705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5.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025" y="152400"/>
            <a:ext cx="10058400" cy="6705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76200"/>
            <a:ext cx="10058400" cy="6705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52400"/>
            <a:ext cx="10058400" cy="6705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76200"/>
            <a:ext cx="10058400" cy="6705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素材准备：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逐格动画制作工具，手机拍摄，遮光布，打光灯</a:t>
            </a:r>
          </a:p>
          <a:p>
            <a:r>
              <a:t>查找风格统一的一系列特效图片</a:t>
            </a:r>
          </a:p>
          <a:p>
            <a:r>
              <a:t>自己制作模型</a:t>
            </a:r>
          </a:p>
          <a:p>
            <a:r>
              <a:t>后期剪辑，配乐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视频拍摄：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设备：智能手机</a:t>
            </a:r>
            <a:endParaRPr lang="zh-CN" altLang="en-US"/>
          </a:p>
          <a:p>
            <a:r>
              <a:rPr lang="zh-CN" altLang="en-US"/>
              <a:t>时间安排：</a:t>
            </a:r>
            <a:r>
              <a:rPr lang="en-US" altLang="zh-CN"/>
              <a:t>2021/1/1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后期：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剪辑软件：</a:t>
            </a:r>
            <a:r>
              <a:rPr lang="en-US" altLang="zh-CN"/>
              <a:t>PR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PLACING_PICTURE_USER_VIEWPORT" val="{&quot;height&quot;:7495,&quot;width&quot;:12348.847244094488}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WPS 演示</Application>
  <PresentationFormat>宽屏</PresentationFormat>
  <Paragraphs>33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沉浸式象棋的项目演示</vt:lpstr>
      <vt:lpstr>设备准备：</vt:lpstr>
      <vt:lpstr>视频脚本：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素材准备：</vt:lpstr>
      <vt:lpstr>视频拍摄：</vt:lpstr>
      <vt:lpstr>后期：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子衿</cp:lastModifiedBy>
  <cp:revision>174</cp:revision>
  <dcterms:created xsi:type="dcterms:W3CDTF">2019-06-19T02:08:00Z</dcterms:created>
  <dcterms:modified xsi:type="dcterms:W3CDTF">2020-12-26T06:21:04Z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